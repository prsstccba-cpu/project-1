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62BD8-EE05-A8DC-4DF0-E1388542AB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2E3E5B-7F07-456D-5C56-532E585629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E7AC1-B6E8-5053-C3AA-29564EC95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A4AB9-7520-4684-91A8-9EC756CA240B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7E697-D663-AD74-1459-0A6D26B1C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54BA3-EAC4-3E49-232D-0D23A0414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AC498-36BE-49FF-B446-175CA18E99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141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4C0FD-3455-CFEC-6B93-3958EF72E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841A0-8F86-2F3B-AFE1-AAAA0B4E6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E4CDB-DC05-2628-CC49-BAD774DB4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A4AB9-7520-4684-91A8-9EC756CA240B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F5504-3B00-7DB7-7D87-97D71A954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04221-61B4-5655-8CB7-AD5451A49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AC498-36BE-49FF-B446-175CA18E99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5166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CCF4A-C5CF-A937-91D7-2494DDC38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DCCBB0-AA14-AF13-B5FF-5C16446B5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C778A-7C11-C908-DD7A-C25A5D9EA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A4AB9-7520-4684-91A8-9EC756CA240B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71766-FBEE-FD75-6C53-B610B0AAC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FC168-69A7-7910-22FB-BC23AE950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AC498-36BE-49FF-B446-175CA18E99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13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0485F-51E5-D67D-0DBA-9945677DA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BE501-289A-EA30-1DF8-7AE728FADC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0B4676-0D9B-65CC-C4F6-BE22088CAF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D344D6-7A7D-39F8-38A0-3E7060234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A4AB9-7520-4684-91A8-9EC756CA240B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F6D82C-9D11-8F9F-BC4B-FD9CD7E3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B42A9A-47DD-BDF1-46A2-2CA1E2C20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AC498-36BE-49FF-B446-175CA18E99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070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31B1B-669B-0698-825F-0274FC104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2BF2E7-3CF7-AD39-DF33-212EBE56DB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83D516-EAC2-32CD-8E07-D986699E39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575933-8E18-9E6E-A680-9D08BC3D93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50B779-279F-BDC8-3159-F604DD6B85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0187E3-C794-4B11-0EE5-B9B3734CD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A4AB9-7520-4684-91A8-9EC756CA240B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1B3681-0DF4-719D-BD94-DAEA8AA36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F69745-D376-47F5-45CE-17A2B4C14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AC498-36BE-49FF-B446-175CA18E99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95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45DF9-87BC-0556-A630-89DBCAA23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6552DD-230F-3D06-B53F-9ABF99D0F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A4AB9-7520-4684-91A8-9EC756CA240B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D7046C-C7CA-7FD1-C54B-A7917F12E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AE9EB5-34DE-FDEF-6940-A301E7260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AC498-36BE-49FF-B446-175CA18E99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23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28B4E7-5784-1061-C4D4-D029742C7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A4AB9-7520-4684-91A8-9EC756CA240B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C53320-8CD8-0A93-8CCA-8DD3608E9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799E53-3E56-6EEF-B281-C2508B662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AC498-36BE-49FF-B446-175CA18E99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2884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2766C-A7F1-959D-374A-25188A63B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8F9B4-F647-7696-E0E9-F114C69CD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7D6C03-65CD-722B-614D-27020839E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E8C342-2DB3-2FAB-BDE5-300A09FD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A4AB9-7520-4684-91A8-9EC756CA240B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24E472-EDA8-C6B8-E0E0-ABDCF8750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D7544D-C132-22F1-F15B-B82067E16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AC498-36BE-49FF-B446-175CA18E99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183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25855-4CBC-32ED-F95B-862EAF837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E12764-D8EC-2D67-3D84-8CAFE163BE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454CDB-7043-D063-A8F9-DF8D1C6DDA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A17DFB-434E-53FA-A820-69B12D938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A4AB9-7520-4684-91A8-9EC756CA240B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E91737-32E2-E66D-E515-EEA1141E9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8F6053-EA44-41BD-CE0E-40BB0B663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AC498-36BE-49FF-B446-175CA18E99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5832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D86DE-19A5-40F1-E303-D5E4EA3EF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C9DCD3-8AAB-D677-BCA5-3B19839010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90C29-45F2-3508-F5BD-CC789494C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A4AB9-7520-4684-91A8-9EC756CA240B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FA693-4BD5-4E2B-7079-92B3C202E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8A01F-08C9-53ED-4703-2D3BCB73D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AC498-36BE-49FF-B446-175CA18E99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324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B6DD72-D86E-DBCE-1DFD-5BCFF207A0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2DEF8F-D7F3-65B4-7963-6DFE5FBE9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3C9DA-E44C-2FEC-BF0A-682A2D455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A4AB9-7520-4684-91A8-9EC756CA240B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2C3DE-1E8B-7659-8AB7-86F038698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A6CE3-D40C-3482-A49E-04B9377B7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AC498-36BE-49FF-B446-175CA18E99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42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F3B486-C77C-D745-2818-81D2314AA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4B003A-3CB3-E3F7-D282-797F08670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64EE0-5B7A-42D2-63CC-A4D5FCB94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AA4AB9-7520-4684-91A8-9EC756CA240B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901D6-38F1-B1A4-D283-C47F4EB412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E7693-D437-B1BB-6581-017B831BF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DAC498-36BE-49FF-B446-175CA18E99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1646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8A1AA-F3BE-4F61-0C9C-3068C431C6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br>
              <a:rPr lang="en-US" sz="4000" b="1" dirty="0">
                <a:highlight>
                  <a:srgbClr val="FFFF00"/>
                </a:highlight>
              </a:rPr>
            </a:br>
            <a:r>
              <a:rPr lang="en-US" sz="4000" b="1" i="1" dirty="0">
                <a:highlight>
                  <a:srgbClr val="FFFF00"/>
                </a:highlight>
              </a:rPr>
              <a:t>Bike Sharing Demand Analysis Project Using Excel </a:t>
            </a:r>
            <a:endParaRPr lang="en-IN" sz="4000" b="1" i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39926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B131B-C044-110D-907A-2F63095EE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i="1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Steps to clean the Data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448B7-589C-B39C-C583-8165CDD7C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/>
              <a:t>Removed the duplicate and sort the date and give the formula for weekdays from numbers to weekday and weekend</a:t>
            </a:r>
          </a:p>
          <a:p>
            <a:r>
              <a:rPr lang="en-IN" sz="2000" dirty="0"/>
              <a:t>Change the Holiday status based on the weekday and weekend.</a:t>
            </a:r>
          </a:p>
          <a:p>
            <a:r>
              <a:rPr lang="en-IN" sz="2000" dirty="0"/>
              <a:t>Changed the weathers as well based on numbers.</a:t>
            </a:r>
          </a:p>
          <a:p>
            <a:r>
              <a:rPr lang="en-IN" sz="2000" dirty="0"/>
              <a:t>Same thing has been done for Data set 2 and Data set 3</a:t>
            </a:r>
          </a:p>
          <a:p>
            <a:r>
              <a:rPr lang="en-IN" sz="2000" dirty="0"/>
              <a:t>Later Merged data set 1 and Data set 2 removed the duplicated</a:t>
            </a:r>
          </a:p>
          <a:p>
            <a:r>
              <a:rPr lang="en-IN" sz="2000" dirty="0"/>
              <a:t>Append: Marged data with Data set 3, got the final data to analysis</a:t>
            </a:r>
          </a:p>
          <a:p>
            <a:r>
              <a:rPr lang="en-IN" sz="2000" dirty="0"/>
              <a:t>In Final Data : added pivots, forecasting and dash boards</a:t>
            </a:r>
          </a:p>
        </p:txBody>
      </p:sp>
    </p:spTree>
    <p:extLst>
      <p:ext uri="{BB962C8B-B14F-4D97-AF65-F5344CB8AC3E}">
        <p14:creationId xmlns:p14="http://schemas.microsoft.com/office/powerpoint/2010/main" val="3445055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6611D6-F9A0-CC1C-A1E2-7846586000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7066" y="682641"/>
            <a:ext cx="8353425" cy="21431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0F1889-73D5-F3E3-8F43-4F2B4A5816C6}"/>
              </a:ext>
            </a:extLst>
          </p:cNvPr>
          <p:cNvSpPr txBox="1"/>
          <p:nvPr/>
        </p:nvSpPr>
        <p:spPr>
          <a:xfrm>
            <a:off x="1070043" y="2745383"/>
            <a:ext cx="8071524" cy="1070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Highlighted top 10 counts using condition formatting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added the bar to the registered numbers, and the highest registered numbers are 247 on weekdays when the weather was clear dated 20</a:t>
            </a:r>
            <a:r>
              <a:rPr lang="en-IN" sz="1800" kern="1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Jan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844A0A-9DC7-14F0-CC21-C2D162BCE79B}"/>
              </a:ext>
            </a:extLst>
          </p:cNvPr>
          <p:cNvSpPr txBox="1"/>
          <p:nvPr/>
        </p:nvSpPr>
        <p:spPr>
          <a:xfrm>
            <a:off x="1429967" y="4095345"/>
            <a:ext cx="8657616" cy="2666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Using IF statement classified week ends and weekdays based on the number from 0 to 6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provided the Holiday column updated.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Pivot chats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Based on the weekend and weekdays registration: to find out whether we are getting more </a:t>
            </a:r>
          </a:p>
          <a:p>
            <a:pPr marL="45720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Trials and registration is on week days or weekends.</a:t>
            </a:r>
          </a:p>
          <a:p>
            <a:pPr marL="45720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Based on the below pivot we have more registration on weekdays only.</a:t>
            </a:r>
          </a:p>
        </p:txBody>
      </p:sp>
    </p:spTree>
    <p:extLst>
      <p:ext uri="{BB962C8B-B14F-4D97-AF65-F5344CB8AC3E}">
        <p14:creationId xmlns:p14="http://schemas.microsoft.com/office/powerpoint/2010/main" val="2482563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4B945DC-3A8B-097C-7462-B81C0FE2A6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5255" y="1029308"/>
            <a:ext cx="4371975" cy="15144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F07C2B-3F74-999A-78BA-FEC3DE7AE2CC}"/>
              </a:ext>
            </a:extLst>
          </p:cNvPr>
          <p:cNvSpPr txBox="1"/>
          <p:nvPr/>
        </p:nvSpPr>
        <p:spPr>
          <a:xfrm>
            <a:off x="865255" y="2667292"/>
            <a:ext cx="6094378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Based on moths we have more count in Jan.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86A516-E9E5-BB08-9DA7-36FBE8796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255" y="3166353"/>
            <a:ext cx="1775460" cy="13055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E3AA139-1E91-194C-DD45-4C9CB93432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8253" y="3166353"/>
            <a:ext cx="2476500" cy="176657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C975835-05D0-434B-A1D1-EAD6443DE288}"/>
              </a:ext>
            </a:extLst>
          </p:cNvPr>
          <p:cNvSpPr txBox="1"/>
          <p:nvPr/>
        </p:nvSpPr>
        <p:spPr>
          <a:xfrm>
            <a:off x="5644474" y="382977"/>
            <a:ext cx="6094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Registration based on weather : we have more on clear weather on weekdays</a:t>
            </a: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4916A1E-B9D7-AA49-040B-6EC26F815D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8550" y="1080378"/>
            <a:ext cx="4086225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788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3B24E-58DD-FE81-697D-82BAE184F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000" dirty="0">
                <a:latin typeface="+mn-lt"/>
              </a:rPr>
              <a:t>Registration more than 2000 on day bases and weather bases </a:t>
            </a:r>
            <a:br>
              <a:rPr lang="en-IN" sz="2000" dirty="0">
                <a:latin typeface="+mn-lt"/>
              </a:rPr>
            </a:br>
            <a:endParaRPr lang="en-IN" sz="2000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4E8DFE-F128-621C-A1A5-6D0FE3912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080" y="1078458"/>
            <a:ext cx="6682241" cy="20788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A0EE84-6B72-4551-A042-1E002C49DA59}"/>
              </a:ext>
            </a:extLst>
          </p:cNvPr>
          <p:cNvSpPr txBox="1"/>
          <p:nvPr/>
        </p:nvSpPr>
        <p:spPr>
          <a:xfrm>
            <a:off x="983154" y="3453859"/>
            <a:ext cx="3102463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COUNTIF formula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05A99C-79C4-5965-64E6-01EAEC10B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080" y="3999645"/>
            <a:ext cx="3705225" cy="15811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911DBE5-0AA3-E047-B065-38237667E61A}"/>
              </a:ext>
            </a:extLst>
          </p:cNvPr>
          <p:cNvSpPr txBox="1"/>
          <p:nvPr/>
        </p:nvSpPr>
        <p:spPr>
          <a:xfrm>
            <a:off x="5712567" y="3328159"/>
            <a:ext cx="6094378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STDEV formula to calculate standard Deviation	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31A666-82EE-0986-93BB-2702DE8EDD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5972" y="3976012"/>
            <a:ext cx="321945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093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AA4C0-A6AB-A755-98C8-23A3F2A1E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000" dirty="0">
                <a:latin typeface="+mn-lt"/>
              </a:rPr>
              <a:t>CORREL : Correlation between the date set: temp to weather</a:t>
            </a:r>
            <a:br>
              <a:rPr lang="en-IN" sz="2000" dirty="0">
                <a:latin typeface="+mn-lt"/>
              </a:rPr>
            </a:br>
            <a:r>
              <a:rPr lang="en-IN" sz="2000" dirty="0">
                <a:latin typeface="+mn-lt"/>
              </a:rPr>
              <a:t>Date &gt; Data Analysis &gt; Correlation &gt; select the range of date where u want to correlate and then click on Labels in first row and then select the Output range &gt; OK</a:t>
            </a:r>
            <a:br>
              <a:rPr lang="en-IN" sz="2000" dirty="0">
                <a:latin typeface="+mn-lt"/>
              </a:rPr>
            </a:br>
            <a:endParaRPr lang="en-IN" sz="2000" dirty="0">
              <a:latin typeface="+mn-lt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71C695B-9D3C-DAAA-EEF9-2B0F8E0FF9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26504"/>
            <a:ext cx="5657850" cy="30289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A3BC95-9E13-AAFA-E190-4EB8D1BC5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54" y="4645261"/>
            <a:ext cx="4038600" cy="14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02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2E2CF-6996-17E5-FD6A-E7E425259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800" dirty="0"/>
              <a:t>Data Visualization &amp; Business Intelligence- Dynamic Dashboard</a:t>
            </a:r>
            <a:br>
              <a:rPr lang="en-IN" sz="2800" dirty="0"/>
            </a:br>
            <a:r>
              <a:rPr lang="en-IN" sz="2800" dirty="0"/>
              <a:t>Put pivot based on Month, weather, Temp and registration details</a:t>
            </a:r>
            <a:br>
              <a:rPr lang="en-IN" sz="2800" dirty="0"/>
            </a:br>
            <a:endParaRPr lang="en-IN" sz="28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C668992-EFE6-0FDA-034B-A4159CB1A8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3823" y="1690688"/>
            <a:ext cx="9877425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845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F15106-FFC8-3C00-F79E-13911364B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90" y="532960"/>
            <a:ext cx="5731510" cy="19399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A207CB-C88C-A728-DABC-F3CDFC4A6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767" y="532960"/>
            <a:ext cx="4937760" cy="4829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351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FDEEA-EFF6-B67D-23F3-42C05460A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b="1" dirty="0"/>
              <a:t>Later everything moved on one sheet below the screenshot</a:t>
            </a:r>
            <a:br>
              <a:rPr lang="en-IN" sz="3200" dirty="0"/>
            </a:br>
            <a:endParaRPr lang="en-IN" sz="32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DB69BF3-B3DA-6B1C-9EFD-8E35753703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6450" y="1378152"/>
            <a:ext cx="908960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525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04A30-B404-F0CE-E093-8E0226EC3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000" dirty="0">
                <a:latin typeface="+mn-lt"/>
              </a:rPr>
              <a:t>Created timeline : timeline can be create only on time, date </a:t>
            </a:r>
            <a:br>
              <a:rPr lang="en-IN" sz="2000" dirty="0">
                <a:latin typeface="+mn-lt"/>
              </a:rPr>
            </a:br>
            <a:r>
              <a:rPr lang="en-IN" sz="2000" dirty="0">
                <a:latin typeface="+mn-lt"/>
              </a:rPr>
              <a:t>As we have dates only for Jan and Feb so selected only those 2 months.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A90B5E4-0144-FAD0-4C66-634E9677D0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4362" y="1503515"/>
            <a:ext cx="2638425" cy="11239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CBC434-B5DE-80E4-A458-6F0C6E64F699}"/>
              </a:ext>
            </a:extLst>
          </p:cNvPr>
          <p:cNvSpPr txBox="1"/>
          <p:nvPr/>
        </p:nvSpPr>
        <p:spPr>
          <a:xfrm>
            <a:off x="934362" y="2694984"/>
            <a:ext cx="10145442" cy="7745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Created slice : click on any of chat &gt; insert &gt; slicer &gt; select the column for which u want to create slicer 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Timeline and slicer reference.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304173-446A-6064-D813-A263576A5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339" y="3828627"/>
            <a:ext cx="5731510" cy="64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258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C64D418-DF5D-24B6-E0F3-01F615D53D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7251" y="570757"/>
            <a:ext cx="5282927" cy="49894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FE7C23-F46D-EEBE-E922-8D90B354DE35}"/>
              </a:ext>
            </a:extLst>
          </p:cNvPr>
          <p:cNvSpPr txBox="1"/>
          <p:nvPr/>
        </p:nvSpPr>
        <p:spPr>
          <a:xfrm>
            <a:off x="6780178" y="812115"/>
            <a:ext cx="4591456" cy="2951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Connecting the slicer with each other so that we can get the detailed analysis based on selected period.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 : right click on slicer &gt; select Report connections &gt; select the pivots which ever u want to inter connect &gt; okay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Later once u select anything from one slicer it will reflect to rest of the chats and show the details</a:t>
            </a:r>
          </a:p>
        </p:txBody>
      </p:sp>
    </p:spTree>
    <p:extLst>
      <p:ext uri="{BB962C8B-B14F-4D97-AF65-F5344CB8AC3E}">
        <p14:creationId xmlns:p14="http://schemas.microsoft.com/office/powerpoint/2010/main" val="585630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442</Words>
  <Application>Microsoft Office PowerPoint</Application>
  <PresentationFormat>Widescreen</PresentationFormat>
  <Paragraphs>31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Symbol</vt:lpstr>
      <vt:lpstr>Office Theme</vt:lpstr>
      <vt:lpstr> Bike Sharing Demand Analysis Project Using Excel </vt:lpstr>
      <vt:lpstr>Steps to clean the Data sets</vt:lpstr>
      <vt:lpstr>PowerPoint Presentation</vt:lpstr>
      <vt:lpstr>PowerPoint Presentation</vt:lpstr>
      <vt:lpstr>Registration more than 2000 on day bases and weather bases  </vt:lpstr>
      <vt:lpstr>CORREL : Correlation between the date set: temp to weather Date &gt; Data Analysis &gt; Correlation &gt; select the range of date where u want to correlate and then click on Labels in first row and then select the Output range &gt; OK </vt:lpstr>
      <vt:lpstr>Data Visualization &amp; Business Intelligence- Dynamic Dashboard Put pivot based on Month, weather, Temp and registration details </vt:lpstr>
      <vt:lpstr>PowerPoint Presentation</vt:lpstr>
      <vt:lpstr>Later everything moved on one sheet below the screenshot </vt:lpstr>
      <vt:lpstr>Created timeline : timeline can be create only on time, date  As we have dates only for Jan and Feb so selected only those 2 months.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DELL</cp:lastModifiedBy>
  <cp:revision>2</cp:revision>
  <dcterms:created xsi:type="dcterms:W3CDTF">2026-03-28T11:20:34Z</dcterms:created>
  <dcterms:modified xsi:type="dcterms:W3CDTF">2026-03-28T11:39:35Z</dcterms:modified>
</cp:coreProperties>
</file>